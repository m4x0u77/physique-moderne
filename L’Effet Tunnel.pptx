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6" r:id="rId6"/>
    <p:sldId id="259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0D0297-9558-4C43-9A90-ED22DA7DEEA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649C91-07B3-4105-9E81-4D7871BEA6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9784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Expliquer pk privilégier le paquet d’onde à l’onde plane (qui sont !=)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49C91-07B3-4105-9E81-4D7871BEA69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0394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EE5803-669C-572D-97C0-AC71FB532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E418EE2-AD96-629C-FDD9-968B483698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BAB1AF-EB71-64DD-7AED-5E988AF93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413-1DC4-4C31-A557-B1FCC229307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DA76CA-BC99-A626-3E35-C9B1ED2CF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8B3317-3621-750C-FE0B-DD06DB227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A990-099B-4169-8ADC-DA295FE93C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0768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3B61C5-94E9-DDBE-8ECA-24617460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1DEEE4-9BF3-9113-FBFD-8BCE543B5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93F2B8-A337-45BB-DBF1-B42B86D3D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413-1DC4-4C31-A557-B1FCC229307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A791A3-6E06-A447-49DC-5E48B10FA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C4B1A6-B9BB-285A-41D6-B03224093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A990-099B-4169-8ADC-DA295FE93C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9030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6F0B0D-077C-9B0F-0944-CA0968917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5CB3D1E-9719-FB25-5F4A-20D882DD5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880E5A-B0AA-6C9B-FB9B-6B6485652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413-1DC4-4C31-A557-B1FCC229307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9F5B51-EA8F-B8E2-5915-1356DB14F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218E7-2B99-8878-C730-114336D7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A990-099B-4169-8ADC-DA295FE93C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1230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A81D4F-0F48-E1C1-A46A-C5FFC33BF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8E006E-2CE3-CB1F-A7FD-5C01AFC4C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4818E3F-A68A-756F-889D-191BFFBAC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56D20B9-128E-9147-741B-33CDE665E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413-1DC4-4C31-A557-B1FCC229307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B3C247E-52BB-EDE2-455C-ACF34BB1F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5103162-4C71-5234-4FB8-FB0F7FD3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A990-099B-4169-8ADC-DA295FE93C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670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2CF116-E646-153D-5A67-90996D7C2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3342F0-F491-DA45-D1A5-9CBAD6833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4FBAC2A-8B19-7E7F-28BB-6A9D689868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6A51F4E-FACC-0147-39C7-E35271558D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5D15A4B-5C16-58D5-1464-A90D72F558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FE40AB4-BBD2-BC41-DA27-D0FECC83C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413-1DC4-4C31-A557-B1FCC229307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B0E5EFC-7FFA-56A4-2F5C-6E3DB9879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8F5574A-4129-149F-F9CD-D7E1EBF2E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A990-099B-4169-8ADC-DA295FE93C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8544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F1304D-2CE4-8D73-5EBA-4983D1606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1F646C6-00B9-92E4-20AE-2EE1E2A44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413-1DC4-4C31-A557-B1FCC229307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6BB0614-F256-5E38-6235-E47F8C978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74751C4-3E3E-6E81-331A-2B195B5B0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A990-099B-4169-8ADC-DA295FE93C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4647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B0D28F7-388F-2110-FAE0-B0F26476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413-1DC4-4C31-A557-B1FCC229307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6E7CBA9-145E-B944-2235-0F21B47FB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A9F939-D00B-8447-717E-876197A5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A990-099B-4169-8ADC-DA295FE93C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1609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D63444-8492-D50D-867C-3855B0B03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F00692-55A9-4187-7E13-F65E2245F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89D9E9D-0AE9-2BF7-784D-3363A480F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1AA010F-1D37-4C4B-533D-602615B78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413-1DC4-4C31-A557-B1FCC229307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20C1A3F-6174-9F30-285C-A32A49EE3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4C817D8-6FD7-D509-4440-F9F356B5D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A990-099B-4169-8ADC-DA295FE93C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0724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05B271-74CE-C84C-71A8-C91541FD9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7975C7A-7AEC-7BBF-65D2-359DF2038D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6958DF6-F68F-03DE-834D-40C297594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D74BFB-0F41-804C-53E2-91B40D58B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413-1DC4-4C31-A557-B1FCC229307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ABEB7C2-E468-7EB7-1DDC-37C0DC9B1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E1ACCF7-4236-F9CD-3282-A639DDD37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A990-099B-4169-8ADC-DA295FE93C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6816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7F8A71-42FB-F7B5-1184-36291D51F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CCFA28E-3898-9A98-90CB-C9A562A1B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F56020-181F-75C3-D0C2-8A3B602C0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413-1DC4-4C31-A557-B1FCC229307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70CD1A-07F6-626D-F5BF-AFE94187D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D1ED38-50D9-42DD-FF10-B776A054D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A990-099B-4169-8ADC-DA295FE93C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36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E61244E-1BC4-0453-AD43-AF2D4BA740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FE57EF8-516F-B5BA-1A85-112FF87D0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57E795-4C98-3203-E8D1-F3A20E7D8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413-1DC4-4C31-A557-B1FCC229307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8D03BD0-E19E-ECB9-3D3B-E6F1B540B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44362F-C4C6-BAA5-4E79-AAECF222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DA990-099B-4169-8ADC-DA295FE93C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2431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C5D7722-0D13-448C-7BDD-36DC346A1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450DCED-39E3-456F-EFC4-D4ED4EE9A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97B4C9-2ECF-4F8A-511E-33B5F60983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F7413-1DC4-4C31-A557-B1FCC2293071}" type="datetimeFigureOut">
              <a:rPr lang="fr-FR" smtClean="0"/>
              <a:t>20/06/2026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4EF7D1-B5DC-5DC7-1D89-804807888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203994-2AE1-B528-CA7E-F3669D6F23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DA990-099B-4169-8ADC-DA295FE93C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417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57FC5A-00CD-A23C-6F92-169BB7DDF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04888"/>
            <a:ext cx="9144000" cy="2387600"/>
          </a:xfrm>
        </p:spPr>
        <p:txBody>
          <a:bodyPr/>
          <a:lstStyle/>
          <a:p>
            <a:r>
              <a:rPr lang="fr-FR" b="1" u="sng" dirty="0"/>
              <a:t>L’Effet Tunnel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5ABB5A4-2068-2FCC-5AAC-7C6BF216B7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7088550-88C4-C9E9-9C03-0CE380F6F718}"/>
              </a:ext>
            </a:extLst>
          </p:cNvPr>
          <p:cNvSpPr txBox="1"/>
          <p:nvPr/>
        </p:nvSpPr>
        <p:spPr>
          <a:xfrm>
            <a:off x="304800" y="5676900"/>
            <a:ext cx="2162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Maxence Marchand</a:t>
            </a:r>
          </a:p>
          <a:p>
            <a:r>
              <a:rPr lang="fr-FR" dirty="0"/>
              <a:t>Rafael (à ajouter)</a:t>
            </a:r>
          </a:p>
          <a:p>
            <a:r>
              <a:rPr lang="fr-FR" dirty="0"/>
              <a:t>Maxime MONTEIL</a:t>
            </a:r>
          </a:p>
        </p:txBody>
      </p:sp>
    </p:spTree>
    <p:extLst>
      <p:ext uri="{BB962C8B-B14F-4D97-AF65-F5344CB8AC3E}">
        <p14:creationId xmlns:p14="http://schemas.microsoft.com/office/powerpoint/2010/main" val="3881567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7ED5F9-665F-7891-BCBF-8B5A8053A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/>
              <a:t>Sommaire</a:t>
            </a:r>
            <a:r>
              <a:rPr lang="fr-FR" dirty="0"/>
              <a:t> 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A59B65-C576-3505-31F7-A2B9B618D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  <a:p>
            <a:r>
              <a:rPr lang="fr-FR" dirty="0"/>
              <a:t>Résolution de l’équation de Schrödinger</a:t>
            </a:r>
          </a:p>
          <a:p>
            <a:r>
              <a:rPr lang="fr-FR" dirty="0"/>
              <a:t>Algorithme et Implémentation Python</a:t>
            </a:r>
          </a:p>
          <a:p>
            <a:r>
              <a:rPr lang="fr-FR" dirty="0"/>
              <a:t>Paquet d’Ondes Gaussien</a:t>
            </a:r>
          </a:p>
          <a:p>
            <a:r>
              <a:rPr lang="fr-FR" dirty="0"/>
              <a:t>Résultats Simulation Numérique</a:t>
            </a:r>
          </a:p>
          <a:p>
            <a:r>
              <a:rPr lang="fr-FR" dirty="0"/>
              <a:t>Résolution Analytique</a:t>
            </a:r>
          </a:p>
          <a:p>
            <a:r>
              <a:rPr lang="fr-FR" dirty="0"/>
              <a:t>Simulation VS Théorie</a:t>
            </a:r>
          </a:p>
          <a:p>
            <a:r>
              <a:rPr lang="fr-FR" dirty="0"/>
              <a:t>Conclusion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710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071B81-E6BB-20E9-2287-45F0E5A13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/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3C395F-AAB6-D093-14B5-B2172B95A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21824" cy="4351338"/>
          </a:xfrm>
        </p:spPr>
        <p:txBody>
          <a:bodyPr>
            <a:normAutofit/>
          </a:bodyPr>
          <a:lstStyle/>
          <a:p>
            <a:r>
              <a:rPr lang="fr-FR" u="sng" dirty="0"/>
              <a:t>Physique Classique :</a:t>
            </a:r>
            <a:r>
              <a:rPr lang="fr-FR" dirty="0"/>
              <a:t> Une boule de billard rencontre un obstacle si son énergie E&lt;V0, elle rebondit systématiquement</a:t>
            </a:r>
          </a:p>
          <a:p>
            <a:endParaRPr lang="fr-FR" dirty="0"/>
          </a:p>
          <a:p>
            <a:endParaRPr lang="fr-FR" dirty="0"/>
          </a:p>
          <a:p>
            <a:r>
              <a:rPr lang="fr-FR" u="sng" dirty="0"/>
              <a:t>Physique Quantique :</a:t>
            </a:r>
            <a:r>
              <a:rPr lang="fr-FR" dirty="0"/>
              <a:t> La particule est décrite par une fonction d’onde Ψ. Il existe une probabilité non nulle que la particule franchisse l'obstacle même si E&lt;V0, c'est l'effet tunnel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9E6E469-7C2B-9F22-732F-BA5B4D511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024" y="668034"/>
            <a:ext cx="4484612" cy="582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55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F52638-1EE1-7CBD-7D17-142E187EC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352"/>
            <a:ext cx="10515600" cy="1325563"/>
          </a:xfrm>
        </p:spPr>
        <p:txBody>
          <a:bodyPr/>
          <a:lstStyle/>
          <a:p>
            <a:pPr algn="ctr"/>
            <a:r>
              <a:rPr lang="fr-FR" b="1" u="sng" dirty="0"/>
              <a:t>Probabilité de transmission et réflexion</a:t>
            </a:r>
          </a:p>
        </p:txBody>
      </p:sp>
      <p:pic>
        <p:nvPicPr>
          <p:cNvPr id="13" name="Espace réservé du contenu 12">
            <a:extLst>
              <a:ext uri="{FF2B5EF4-FFF2-40B4-BE49-F238E27FC236}">
                <a16:creationId xmlns:a16="http://schemas.microsoft.com/office/drawing/2014/main" id="{C0152144-6880-FF91-5A41-93A1A094F8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8754" y="1397374"/>
            <a:ext cx="5648325" cy="87630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C51480D-518A-E523-16D8-BB837F612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365" y="2390215"/>
            <a:ext cx="7715104" cy="438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25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2E2DA5-719C-6FAD-E93F-D4F22C9DF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/>
              <a:t>Le Paquet d’Ondes Gaussien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10AC2B14-A804-DBE0-8E9A-FA97E0DC87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90565" y="1956847"/>
            <a:ext cx="7001435" cy="368594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81513C5-6E8D-FEDA-AE30-36C2FC820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62" y="4004390"/>
            <a:ext cx="5115443" cy="163839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48C0448-6177-26DE-50E3-77E7C18F03D6}"/>
              </a:ext>
            </a:extLst>
          </p:cNvPr>
          <p:cNvSpPr txBox="1"/>
          <p:nvPr/>
        </p:nvSpPr>
        <p:spPr>
          <a:xfrm>
            <a:off x="358586" y="1922349"/>
            <a:ext cx="47149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Un paquet d'onde est construit comme une superposition d’ondes planes stationnaires de différentes énergies.</a:t>
            </a:r>
          </a:p>
        </p:txBody>
      </p:sp>
    </p:spTree>
    <p:extLst>
      <p:ext uri="{BB962C8B-B14F-4D97-AF65-F5344CB8AC3E}">
        <p14:creationId xmlns:p14="http://schemas.microsoft.com/office/powerpoint/2010/main" val="20619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69FC78-0E47-5F3B-2831-155C1B3F4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/>
              <a:t>Méthode de résolution de l’équation de Schrödinger</a:t>
            </a:r>
          </a:p>
        </p:txBody>
      </p:sp>
      <p:pic>
        <p:nvPicPr>
          <p:cNvPr id="13" name="Espace réservé du contenu 12">
            <a:extLst>
              <a:ext uri="{FF2B5EF4-FFF2-40B4-BE49-F238E27FC236}">
                <a16:creationId xmlns:a16="http://schemas.microsoft.com/office/drawing/2014/main" id="{4F097670-F338-F136-BD0C-5C1D8DCCB2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690688"/>
            <a:ext cx="5699171" cy="4351338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35B5229F-04F1-F964-E943-2FEE6A37537D}"/>
              </a:ext>
            </a:extLst>
          </p:cNvPr>
          <p:cNvSpPr txBox="1"/>
          <p:nvPr/>
        </p:nvSpPr>
        <p:spPr>
          <a:xfrm>
            <a:off x="396829" y="1973531"/>
            <a:ext cx="55279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u="sng" dirty="0"/>
              <a:t>Maillage de différences finies :</a:t>
            </a:r>
            <a:r>
              <a:rPr lang="fr-FR" sz="2000" dirty="0"/>
              <a:t> Pour résoudre numériquement l’équation, l’espace et le temps sont divisés en intervalles constants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u="sng" dirty="0"/>
              <a:t>Approximation des dérivées :</a:t>
            </a:r>
            <a:r>
              <a:rPr lang="fr-FR" sz="2000" dirty="0"/>
              <a:t> La dérivée seconde spatiale est calculée à partir de ses voisins (j-1 et j+1) grâce à la Formule de Taylor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u="sng" dirty="0"/>
              <a:t>Condition de stabilité :</a:t>
            </a:r>
            <a:r>
              <a:rPr lang="fr-FR" sz="2000" dirty="0"/>
              <a:t> Pour une simulation valide, le pas de temps doit respecter </a:t>
            </a:r>
            <a:r>
              <a:rPr lang="el-GR" sz="2000" dirty="0"/>
              <a:t>Δ</a:t>
            </a:r>
            <a:r>
              <a:rPr lang="fr-FR" sz="2000" dirty="0"/>
              <a:t>t≤ </a:t>
            </a:r>
            <a:r>
              <a:rPr lang="el-GR" sz="2000" dirty="0"/>
              <a:t>Δ</a:t>
            </a:r>
            <a:r>
              <a:rPr lang="fr-FR" sz="2000" dirty="0"/>
              <a:t>x³/2K, affiner le maillage nécessite de réduire le pas de temps quadratiquement</a:t>
            </a:r>
          </a:p>
        </p:txBody>
      </p:sp>
    </p:spTree>
    <p:extLst>
      <p:ext uri="{BB962C8B-B14F-4D97-AF65-F5344CB8AC3E}">
        <p14:creationId xmlns:p14="http://schemas.microsoft.com/office/powerpoint/2010/main" val="495323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320F4C-E9D7-B15F-5387-61AD6D0F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Résultats simulation Numérique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57E63E-93CF-3ADE-ADFF-40A95022F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088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EFACE0-1A8D-F126-5607-6D5E8B524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Résolution Analytique (états de diffusion)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76430D-E0B3-E810-FC13-506BB5CAF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8124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D23CE6-E06E-B085-FF88-34624F4E8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Simulation VS Théorie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8EC118-2B7C-57A9-24C4-865ADEB48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4142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13720A-A2A6-39E6-22DA-4B7238CAB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1C00FB-B489-9603-82C3-351294477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947002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226</Words>
  <Application>Microsoft Office PowerPoint</Application>
  <PresentationFormat>Grand écran</PresentationFormat>
  <Paragraphs>34</Paragraphs>
  <Slides>10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Thème Office</vt:lpstr>
      <vt:lpstr>L’Effet Tunnel</vt:lpstr>
      <vt:lpstr>Sommaire </vt:lpstr>
      <vt:lpstr>Introduction</vt:lpstr>
      <vt:lpstr>Probabilité de transmission et réflexion</vt:lpstr>
      <vt:lpstr>Le Paquet d’Ondes Gaussien</vt:lpstr>
      <vt:lpstr>Méthode de résolution de l’équation de Schrödinger</vt:lpstr>
      <vt:lpstr>Résultats simulation Numérique</vt:lpstr>
      <vt:lpstr>Résolution Analytique (états de diffusion)</vt:lpstr>
      <vt:lpstr>Simulation VS Théorie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MAXIME MONTEIL</dc:creator>
  <cp:lastModifiedBy>MAXIME MONTEIL</cp:lastModifiedBy>
  <cp:revision>3</cp:revision>
  <dcterms:created xsi:type="dcterms:W3CDTF">2026-06-17T18:33:46Z</dcterms:created>
  <dcterms:modified xsi:type="dcterms:W3CDTF">2026-06-20T15:31:35Z</dcterms:modified>
</cp:coreProperties>
</file>